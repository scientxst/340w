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FinVault: Benchmarking Financial Agent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Research Presentation</a:t>
            </a:r>
          </a:p>
          <a:p>
            <a:r>
              <a:t>Arjun Shokeen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The Rise of GenAI in Finance (0:00 - 1:00)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models are increasingly deployed in real-world applications.</a:t>
            </a:r>
          </a:p>
          <a:p>
            <a:pPr/>
            <a:r>
              <a:t>Financial sectors are utilizing LLMs for investment analysis, automated trading, and risk assessment.</a:t>
            </a:r>
          </a:p>
          <a:p>
            <a:pPr/>
            <a:r>
              <a:t>Unstructured data is fundamentally transforming from static rule-based systems to dynamic intelligence.</a:t>
            </a:r>
          </a:p>
          <a:p>
            <a:pPr/>
            <a:r>
              <a:t>However, LLM deployment introduces critical safety and regulatory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Topic? (1:00 - 2:00)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millions of dollars on the line, AI 'Black boxes' present major risk.</a:t>
            </a:r>
          </a:p>
          <a:p>
            <a:pPr/>
            <a:r>
              <a:t>Traditional safety evaluations focus on Q&amp;A and static datasets.</a:t>
            </a:r>
          </a:p>
          <a:p>
            <a:pPr/>
            <a:r>
              <a:t>A massive gap exists: We need execution-grounded, observable verification for financial agents.</a:t>
            </a:r>
          </a:p>
          <a:p>
            <a:pPr/>
            <a:r>
              <a:t>This research addresses this gap by creating real-world simulated environments to test real-world agent behaviors.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Risk Prediction (2:00 - 3:00)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1: Application of Generative AI in Financial Risk Prediction</a:t>
            </a:r>
          </a:p>
          <a:p>
            <a:pPr/>
            <a:r>
              <a:t>Focus: Enhancing Model Accuracy and Interpretability.</a:t>
            </a:r>
          </a:p>
          <a:p>
            <a:pPr/>
            <a:r>
              <a:t>Key Insight: Highlighted that while GenAI is highly accurate, explainability is a major bottleneck in finance.</a:t>
            </a:r>
          </a:p>
          <a:p>
            <a:pPr/>
            <a:r>
              <a:t>Connection: Provided the fundamental motivation that financial AI must be interpretable and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Equity Markets (3:00 - 4:00)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2: Large Language Models in Equity Markets</a:t>
            </a:r>
          </a:p>
          <a:p>
            <a:pPr/>
            <a:r>
              <a:t>Focus: Applications, Techniques, and Insights (Synthesizing 84 studies).</a:t>
            </a:r>
          </a:p>
          <a:p>
            <a:pPr/>
            <a:r>
              <a:t>Key Insight: Demonstrated the evolution towards autonomous 'Trading Agents' simulating market scenarios.</a:t>
            </a:r>
          </a:p>
          <a:p>
            <a:pPr/>
            <a:r>
              <a:t>Connection: Validated the necessity of studying autonomous decision-making agents rather than simple chat interfaces.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Review: Foundational Benchmark (4:00 - 5:00)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3: FinVault Foundation Literature</a:t>
            </a:r>
          </a:p>
          <a:p>
            <a:pPr/>
            <a:r>
              <a:t>Focus: Benchmarking Safety in Execution-Grounded Environments.</a:t>
            </a:r>
          </a:p>
          <a:p>
            <a:pPr/>
            <a:r>
              <a:t>Key Insight: LLMs can bypass safety guardrails and execute disastrous real-world actions if given tool access.</a:t>
            </a:r>
          </a:p>
          <a:p>
            <a:pPr/>
            <a:r>
              <a:t>Connecting the Dots: Our research builds directly on this by isolating 107 vulnerabilities in a sandboxed financial architecture to rigorously test these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Execution-Grounded Sandbox (5:00 - 6:30)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Move beyond static text evaluation and test observable business state changes.</a:t>
            </a:r>
          </a:p>
          <a:p>
            <a:pPr/>
            <a:r>
              <a:t>Environment: Created an isolated sandbox framework simulating real business databases.</a:t>
            </a:r>
          </a:p>
          <a:p>
            <a:pPr/>
            <a:r>
              <a:t>Architecture: We developed 31 Regulatory-Driven Financial Scenarios spanning Credit, Insurance, and Risk Management.</a:t>
            </a:r>
          </a:p>
          <a:p>
            <a:pPr/>
            <a:r>
              <a:t>Test Method: Deployed state-of-the-art models (like GPT-4 and Qwen) into the sandbox to measure attack success directly against database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Vulnerabilities &amp; Datasets (6:30 - 8:00)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Vulnerabilities: We categorized 107 high-risk vulnerabilities including Authority Bypass, Fraud Approval, and Audit Evasion.</a:t>
            </a:r>
          </a:p>
          <a:p>
            <a:pPr/>
            <a:r>
              <a:t>Datasets: Generated 856 attack samples using 8 techniques such as Prompt Injection and Social Engineering.</a:t>
            </a:r>
          </a:p>
          <a:p>
            <a:pPr/>
            <a:r>
              <a:t>Evaluation: Benchmarked defensive systems (like LLaMA Guard 3 and Security Prompting) against the attacks.</a:t>
            </a:r>
          </a:p>
          <a:p>
            <a:pPr/>
            <a:r>
              <a:t>Results: Revealed substantial safety disparities; Social engineering attacks significantly out-performed technical attacks.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Scaling and Real-Time Defense (8:00 - 9:30)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Short-term: Expand the sandbox environments to include high-frequency trading latency models.</a:t>
            </a:r>
          </a:p>
          <a:p>
            <a:pPr/>
            <a:r>
              <a:t>Medium-term: Implement real-time transactional guardrails that adapt dynamically to multi-agent herd behaviors.</a:t>
            </a:r>
          </a:p>
          <a:p>
            <a:pPr/>
            <a:r>
              <a:t>Long-term: Collaborate with regulatory bodies (like SEC) to institutionalize these execution-grounded benchmarks.</a:t>
            </a:r>
          </a:p>
          <a:p>
            <a:pPr/>
            <a:r>
              <a:t>Ultimate Goal: Achieve fully auditable and compliant autonomous financial agents.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 (9:30 - 10:00)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listening.</a:t>
            </a:r>
          </a:p>
          <a:p>
            <a:pPr/>
            <a:r>
              <a:t>Open the floor for questions regarding FinVault, agent vulnerabilities, or execution-grounded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